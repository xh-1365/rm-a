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09" r:id="rId3"/>
    <p:sldId id="410" r:id="rId4"/>
    <p:sldId id="415" r:id="rId5"/>
    <p:sldId id="411" r:id="rId6"/>
    <p:sldId id="416" r:id="rId7"/>
    <p:sldId id="426" r:id="rId8"/>
    <p:sldId id="413" r:id="rId9"/>
    <p:sldId id="414" r:id="rId10"/>
    <p:sldId id="396" r:id="rId11"/>
    <p:sldId id="398" r:id="rId12"/>
    <p:sldId id="417" r:id="rId13"/>
    <p:sldId id="423" r:id="rId14"/>
    <p:sldId id="427" r:id="rId15"/>
    <p:sldId id="419" r:id="rId16"/>
    <p:sldId id="418" r:id="rId17"/>
    <p:sldId id="424" r:id="rId18"/>
    <p:sldId id="422" r:id="rId19"/>
    <p:sldId id="425" r:id="rId20"/>
    <p:sldId id="420" r:id="rId21"/>
    <p:sldId id="260" r:id="rId22"/>
  </p:sldIdLst>
  <p:sldSz cx="12192000" cy="6858000"/>
  <p:notesSz cx="6858000" cy="9144000"/>
  <p:custDataLst>
    <p:tags r:id="rId25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5244" autoAdjust="0"/>
  </p:normalViewPr>
  <p:slideViewPr>
    <p:cSldViewPr snapToGrid="0">
      <p:cViewPr varScale="1">
        <p:scale>
          <a:sx n="103" d="100"/>
          <a:sy n="103" d="100"/>
        </p:scale>
        <p:origin x="9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88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949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300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037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034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73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784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661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763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2993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4081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44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2327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037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722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221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4306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4643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038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2024/11/23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>
                <a:solidFill>
                  <a:schemeClr val="bg1"/>
                </a:solidFill>
              </a:rPr>
              <a:t>3.7 </a:t>
            </a:r>
            <a:r>
              <a:rPr lang="en-US" altLang="zh-CN" sz="6000" cap="none" dirty="0">
                <a:solidFill>
                  <a:schemeClr val="bg1"/>
                </a:solidFill>
              </a:rPr>
              <a:t>PID</a:t>
            </a:r>
            <a:r>
              <a:rPr lang="zh-CN" altLang="en-US" sz="6000" cap="none" dirty="0">
                <a:solidFill>
                  <a:schemeClr val="bg1"/>
                </a:solidFill>
              </a:rPr>
              <a:t>接口与电机闭环控制</a:t>
            </a:r>
            <a:endParaRPr lang="zh-CN" altLang="en-US" sz="6000" cap="none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3" y="1800000"/>
            <a:ext cx="11029616" cy="2591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应用展示与粗略讲解工程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相关知识复习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系统接线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</a:t>
            </a:r>
            <a:r>
              <a:rPr lang="zh-CN" altLang="en-US" sz="3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程序编写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68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应用展示与粗略讲解工程</a:t>
            </a:r>
            <a:endParaRPr lang="zh-CN" altLang="en-US" sz="4000" cap="none" dirty="0"/>
          </a:p>
        </p:txBody>
      </p:sp>
      <p:pic>
        <p:nvPicPr>
          <p:cNvPr id="3" name="1689860947781">
            <a:hlinkClick r:id="" action="ppaction://media"/>
            <a:extLst>
              <a:ext uri="{FF2B5EF4-FFF2-40B4-BE49-F238E27FC236}">
                <a16:creationId xmlns:a16="http://schemas.microsoft.com/office/drawing/2014/main" id="{DE61A4B9-5240-388E-E62E-534B444E02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87910" y="1566303"/>
            <a:ext cx="9416180" cy="52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4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应用展示与粗略讲解工程</a:t>
            </a:r>
            <a:endParaRPr lang="zh-CN" altLang="en-US" sz="4000" cap="none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BB4A9C-9F1F-45D0-A120-D94AC99ACB9F}"/>
              </a:ext>
            </a:extLst>
          </p:cNvPr>
          <p:cNvSpPr txBox="1"/>
          <p:nvPr/>
        </p:nvSpPr>
        <p:spPr>
          <a:xfrm>
            <a:off x="581194" y="1720645"/>
            <a:ext cx="11394496" cy="4455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元件与功能描述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大疆公司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RoboMaster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赛事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型主控板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主控单元为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STM32F427IIH6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12MHz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晶振，可配置最高主频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180MHz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大疆公司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RoboMaster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赛事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M3508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电机与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C620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电调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1Mbps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通信协议，有技术手册可以参考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TTL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功能描述：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通信，单片机接收电机的反馈报文，电机接收单片机的控制报文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算法，对电机进行实时速度控制，速度目标值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改变一次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UART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，单片机向电脑端发送电机的实时数据，电脑端向单片机发送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的参数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256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相关知识复习</a:t>
            </a:r>
            <a:endParaRPr lang="zh-CN" altLang="en-US" sz="4000" cap="none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B477C7-771A-0C02-ACB8-4D007694F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863" y="2729009"/>
            <a:ext cx="6490273" cy="261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2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相关知识复习</a:t>
            </a:r>
            <a:endParaRPr lang="zh-CN" altLang="en-US" sz="4000" cap="none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772BED-5DEC-4702-A576-8E2370E9A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716" y="1811542"/>
            <a:ext cx="8524568" cy="457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相关知识复习</a:t>
            </a:r>
            <a:endParaRPr lang="zh-CN" altLang="en-US" sz="4000" cap="none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301ACD-8876-E56A-CE33-615A49ECB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92" y="3015600"/>
            <a:ext cx="4999153" cy="30101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C96EAEF-763A-5AE9-B9C7-35903C180B98}"/>
              </a:ext>
            </a:extLst>
          </p:cNvPr>
          <p:cNvSpPr txBox="1"/>
          <p:nvPr/>
        </p:nvSpPr>
        <p:spPr>
          <a:xfrm>
            <a:off x="581194" y="1720645"/>
            <a:ext cx="11394496" cy="1254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3508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电机搭配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C620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电调，通过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通信发送的是电流信息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由于我们要对电机的速度进行控制，因此本次实验的控制又叫速度环闭环控制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意识流的控制也能体现出：一般而言速度越大，所需电流就越大，两者有相关关系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647FB9-301A-1168-0568-DF6F33A1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42" y="3015600"/>
            <a:ext cx="5071464" cy="30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3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系统接线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DE08C6-5F4D-19C7-6093-0166D259CB7E}"/>
              </a:ext>
            </a:extLst>
          </p:cNvPr>
          <p:cNvSpPr txBox="1"/>
          <p:nvPr/>
        </p:nvSpPr>
        <p:spPr>
          <a:xfrm>
            <a:off x="581193" y="1800000"/>
            <a:ext cx="11029616" cy="3399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电机部分接线参考第五次培训即可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电机与电调用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3pin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7pin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线连接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电调需接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24V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以及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线到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板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串口绘图部分接线参考第六次培训即可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串口一端接电脑（电脑记得装驱动）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另一端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VCC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Tx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Rx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GND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板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8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0B34B7-4BF8-015F-3257-1C872A905A7E}"/>
              </a:ext>
            </a:extLst>
          </p:cNvPr>
          <p:cNvSpPr txBox="1"/>
          <p:nvPr/>
        </p:nvSpPr>
        <p:spPr>
          <a:xfrm>
            <a:off x="581193" y="1800000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在串口绘图与电机反馈那一节基础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上进行进一步开发，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Cube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的工程配置无需修改，仅需修改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Keil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的工程配置以及代码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代码编写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适配电调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并声明有关变量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改写回调函数，并初始化配置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发送数据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接收数据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计算逻辑</a:t>
            </a:r>
            <a:endParaRPr lang="en-US" altLang="zh-CN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59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/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引入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文件，包含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文件路径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普及分层概念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37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Include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相关库（讲解这</a:t>
            </a:r>
            <a:r>
              <a:rPr lang="en-US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库以及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math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库都干了啥，更新原有的自己写过的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UART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以及</a:t>
            </a:r>
            <a:r>
              <a:rPr lang="en-US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Serialplot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库，尝试编译是否发现错误）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8AF450-5147-583C-4DD5-E70741AC9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686" y="3056512"/>
            <a:ext cx="5364628" cy="359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6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将电调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接收中断的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适配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接收回调函数修改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391026-6621-B699-508A-970DC9D9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080" y="3056512"/>
            <a:ext cx="4307840" cy="352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9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将电调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接收中断的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适配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滤波器修改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D2272BB-5353-5E37-2031-E0B87D5C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466" y="3056512"/>
            <a:ext cx="8015067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7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变量声明概览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D5DB55-608B-DD66-4CDD-6DA5D52E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104" y="2714047"/>
            <a:ext cx="8382726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3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196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Tx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相关变量仅保留当前角速度，并转换国际单位制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新增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Tx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变量为目标角速度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新增计时器存储时间，单位</a:t>
            </a:r>
            <a:r>
              <a:rPr lang="en-US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ms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新增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Output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变量存储输出数值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5A3FD2-A677-E4B1-E04A-D3F5499FA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4174366"/>
            <a:ext cx="11029616" cy="188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6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调参字典变量声明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508601-8DD1-CF18-DA73-2B058BBF9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09" y="3005698"/>
            <a:ext cx="5090182" cy="305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编写对应的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UART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接收回调函数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87C093-0289-3419-6CCB-7C3C18918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98" y="2404716"/>
            <a:ext cx="4264004" cy="425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5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对象初始化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2B6900-4534-BD33-CC8F-21B2DB44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80" y="3429000"/>
            <a:ext cx="9457240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8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重新初始化串口绘图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6F98A75-24BE-E74F-6D3B-767CEB8F2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80" y="3105069"/>
            <a:ext cx="9457240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9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D16AA-6F02-986F-DC64-E81DF2E6B1B8}"/>
              </a:ext>
            </a:extLst>
          </p:cNvPr>
          <p:cNvSpPr txBox="1"/>
          <p:nvPr/>
        </p:nvSpPr>
        <p:spPr>
          <a:xfrm>
            <a:off x="581193" y="1800000"/>
            <a:ext cx="11029616" cy="52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主干部分编写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7CA5604-2327-D6BA-6266-88EB9C67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软件程序编写</a:t>
            </a:r>
            <a:endParaRPr lang="zh-CN" altLang="en-US" sz="4000" cap="none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10904B-305B-01F7-2E5A-F2BBD907B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881702"/>
            <a:ext cx="4999153" cy="32997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52E813-2F0B-FE80-3D85-9604A5763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719" y="1800000"/>
            <a:ext cx="6020322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6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545</Words>
  <Application>Microsoft Office PowerPoint</Application>
  <PresentationFormat>宽屏</PresentationFormat>
  <Paragraphs>90</Paragraphs>
  <Slides>21</Slides>
  <Notes>21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Microsoft YaHei UI</vt:lpstr>
      <vt:lpstr>Arial</vt:lpstr>
      <vt:lpstr>Gill Sans MT</vt:lpstr>
      <vt:lpstr>Wingdings 2</vt:lpstr>
      <vt:lpstr>红利</vt:lpstr>
      <vt:lpstr>3.7 PID接口与电机闭环控制</vt:lpstr>
      <vt:lpstr>目录</vt:lpstr>
      <vt:lpstr>1 应用展示与粗略讲解工程</vt:lpstr>
      <vt:lpstr>1 应用展示与粗略讲解工程</vt:lpstr>
      <vt:lpstr>2 相关知识复习</vt:lpstr>
      <vt:lpstr>2 相关知识复习</vt:lpstr>
      <vt:lpstr>2 相关知识复习</vt:lpstr>
      <vt:lpstr>3 系统接线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4 软件程序编写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2023-07-22T05:12:09Z</dcterms:created>
  <dcterms:modified xsi:type="dcterms:W3CDTF">2024-11-23T10:59:35Z</dcterms:modified>
</cp:coreProperties>
</file>